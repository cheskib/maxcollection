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81928" y="0"/>
            <a:ext cx="590702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COLLECTION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75488" y="18288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Line Works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02920" y="3977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box of loose cards to a barcoded bag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barcoded box — and every step is a scan.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5166360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7A5BD4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51663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920240" y="5166360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2E6EE0"/>
          </a:solidFill>
          <a:ln/>
        </p:spPr>
      </p:sp>
      <p:sp>
        <p:nvSpPr>
          <p:cNvPr id="9" name="Text 6"/>
          <p:cNvSpPr/>
          <p:nvPr/>
        </p:nvSpPr>
        <p:spPr>
          <a:xfrm>
            <a:off x="1920240" y="51663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37560" y="5166360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1D9C62"/>
          </a:solidFill>
          <a:ln/>
        </p:spPr>
      </p:sp>
      <p:sp>
        <p:nvSpPr>
          <p:cNvPr id="11" name="Text 8"/>
          <p:cNvSpPr/>
          <p:nvPr/>
        </p:nvSpPr>
        <p:spPr>
          <a:xfrm>
            <a:off x="3337560" y="51663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5166360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DD8A15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51663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COLLECTION  ·  VSS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 run the floor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6F4F0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2E6E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 scan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D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keyboards, no typing, no logins at the line. Tickets, bags, boxes, the SET-ASIDE card — every action is a barcode read, and every read is recorded with who and when.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6F4F0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65960"/>
            <a:ext cx="566928" cy="566928"/>
          </a:xfrm>
          <a:prstGeom prst="ellipse">
            <a:avLst/>
          </a:prstGeom>
          <a:solidFill>
            <a:srgbClr val="1D9C62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are load-bearing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D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tone and a problem tone, distinct and unmissable. Every session starts with a sound check — a dead speaker is found before the first bin, not after.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6F4F0"/>
          </a:solidFill>
          <a:ln/>
          <a:effectLst>
            <a:outerShdw sx="100000" sy="100000" kx="0" ky="0" algn="bl" rotWithShape="0" blurRad="76200" dist="25400" dir="5400000">
              <a:srgbClr val="AAAAAA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965960"/>
            <a:ext cx="566928" cy="566928"/>
          </a:xfrm>
          <a:prstGeom prst="ellipse">
            <a:avLst/>
          </a:prstGeom>
          <a:solidFill>
            <a:srgbClr val="DD8A1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never stop the line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12480" y="34747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D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validation finds a problem it flags silently. The scanner keeps scanning; the flag is caught physically at bagging, and an admin resolves it in Diagnose.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COLLECTION  ·  VSS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81928" y="0"/>
            <a:ext cx="59070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66928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7A5BD4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5669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PREP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5488" y="10972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cards become bins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2377440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 raw cards go into each yellow bin — straight from the inbound box, no sorting needed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bag sticker per bin — unpeeled, on a stiff ticket card, laid on top of the stack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computer at this station — hands, cards, bins, and a cart — nothing else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bins stack on the rolling cart — the cart is the queue that feeds the scan desk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58064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D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on top is the whole trick: it will slice the scanner's stream into batches with zero screen time.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COLLECTION  ·  VSS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9070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566928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2E6EE0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0" y="5669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SCAN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373368" y="10972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feeds first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0" y="2377440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goes through the scanner before the cards — the system reads its bag number and opens the batch — pre-bound to that bag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follow, front and back — one image per side, landing on the server as they scan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monitor shows status only — bag number, cards counted, session time — no keyboard, no verdicts, no decisions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runs about one second after the batch closes — bag registered? every card has two sides? — mechanical checks, no AI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flag silently — the operator never knows, the line never stops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COLLECTION  ·  VSS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81928" y="0"/>
            <a:ext cx="59070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66928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D9C62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5669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BAG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5488" y="10972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in, scan out —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2377440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bin's ticket first — the verdict appears before a single card moves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— peel the sticker onto the bag, fill, seal — then scan the bag again to close it out. Both scans are timed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— problem tone. The line locks until the red SET-ASIDE card is scanned — the bin physically leaves the flow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flagged bags in a row — triple alarm tone and the admin is alerted on the KPI dashboard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58064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D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Bagging is where silent flags get caught — the bagger is the net.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COLLECTION  ·  VSS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9070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566928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DD8A15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0" y="5669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BOX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373368" y="10972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bags become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findable forever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0" y="2377440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sealed bag scans into a box — the box wears a jumbo barcode label, readable from feet away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flagged bag is refused at the box — the backstop intercept, in case one slips past bagging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never breaks — card → bag → box → divider → shelf: any card can be walked to its physical spot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Originals auto-archive to Dropbox — renamed to their bag number, the moment the bag is bound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works in the background — reading and cataloging every card — it never blocks the floor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COLLECTION  ·  VSS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81928" y="0"/>
            <a:ext cx="590702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card can answer: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5488" y="21031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are you?”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 →  BAG  →  BOX  →  DIVIDER  →  SHELF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is recorded — who, what, when. Every sticker is accounted for. Every flag ends in a resolution. And every image lives in three places before anyone relaxes.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5486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maxcollection.vsstechnology.com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COLLECTION  ·  VSS TECHNOLOGY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2026-07-31T19:30:55Z</dcterms:created>
  <dcterms:modified xsi:type="dcterms:W3CDTF">2026-07-31T19:30:55Z</dcterms:modified>
</cp:coreProperties>
</file>